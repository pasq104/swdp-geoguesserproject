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3328"/>
    <a:srgbClr val="D5B585"/>
    <a:srgbClr val="B3A06D"/>
    <a:srgbClr val="A69262"/>
    <a:srgbClr val="F7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48451-2A5B-F8AC-512B-B3AF522C5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6E214C6-D7F9-2A09-88AF-661E66DF4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E97464B-11C8-25F9-FC88-5FF0AD84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AAB9-CD00-4AA8-BE37-1BA21AB04145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4D5397-DA90-B011-0FE1-E44667812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CCEFF0E-30B5-96E4-8F6C-9F8BFDD0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F3EC-B503-4AF1-AF01-FAF9845E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3451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FB4DB2-996C-E543-C95D-6CAD8E5E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2739A5-37E1-2E56-E54B-AFFA1FD99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9A3F9E-428B-6C7F-70CC-1557A1963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AAB9-CD00-4AA8-BE37-1BA21AB04145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BA89DCF-315F-4C58-130D-DBE74270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13823C-2B7E-BB1D-13D4-B296645F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F3EC-B503-4AF1-AF01-FAF9845E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9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28C4D2-F6AF-06FC-DB5B-45BBD97E8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A49B43D-E604-5CC9-B84A-9EF2791EC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05C215-D437-34BF-1710-5116D564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AAB9-CD00-4AA8-BE37-1BA21AB04145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F03D165-6A62-3653-1F96-79DEEC82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969720-CE62-A86C-7EEB-AF2BE1BE6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F3EC-B503-4AF1-AF01-FAF9845E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670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3556B5-583D-00AA-C524-8AAA682E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862A52-6B8A-55F5-C4DE-6B939F4F1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641C44D-30A3-A9EC-B47E-99EA8B970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E088B08-A475-2625-9B1F-6BDA3D9E7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AAB9-CD00-4AA8-BE37-1BA21AB04145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4DA2890-939D-7F77-BF8F-9BA8C245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0987A6C-ADC5-FC40-C6BB-8AEC3C16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F3EC-B503-4AF1-AF01-FAF9845E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496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706BA7-B55A-5221-46E2-48E13D5D6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2901644-F63E-5F29-55CE-3E86C8264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4287F81-7239-C97D-660E-170778028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579AB90-94F4-8718-6237-CE2252E2D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89417B8-A425-F496-CCB0-B447B02D3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0A02C4E-5368-C84F-A85D-577A5F350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AAB9-CD00-4AA8-BE37-1BA21AB04145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6F463BE-8E60-0D55-EB2F-A2463324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05A856E-8403-E554-777B-88A43394C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F3EC-B503-4AF1-AF01-FAF9845E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4823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F3DD63-1537-6F17-7336-C87FE4BA1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649CEC3-8DB6-16B7-E6C8-25A23F5A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AAB9-CD00-4AA8-BE37-1BA21AB04145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47E87FD-2A69-B2C6-CC49-3CEA7945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D9F1F21-98E1-7CB0-1304-A97426D2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F3EC-B503-4AF1-AF01-FAF9845E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0975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D94F78A-87FB-0E05-647C-1C94D73F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AAB9-CD00-4AA8-BE37-1BA21AB04145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DCF3834-74CD-243A-ECF5-28FF301A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F668E00-E801-539E-72B1-AB366B6ED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F3EC-B503-4AF1-AF01-FAF9845E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7675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728448-2B86-DB88-318A-2F562A657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398878-BBC5-9201-6DEA-503035397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9FD7D2-6E68-6AC2-E3E4-660BA6851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F55EFC1-FA2D-ECF6-6F93-316FEF03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AAB9-CD00-4AA8-BE37-1BA21AB04145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4E07B3B-24D7-EED1-8B2B-4E1FAEF2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6738F83-F682-71F0-0350-DD83BD5A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F3EC-B503-4AF1-AF01-FAF9845E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233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232079-16E6-87C2-3D8D-716D2C33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E2BB1A6-81E4-DFE0-035E-3C5B6347BB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752F86D-FCCE-746A-7242-09C513E90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DCED052-F8A9-5953-5A07-1211455EF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AAB9-CD00-4AA8-BE37-1BA21AB04145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97BB659-8ED9-44CE-6F85-9E2DFB3B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437F267-4281-48DB-7290-832E9BCC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F3EC-B503-4AF1-AF01-FAF9845E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6583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94DE9D-9B30-6AC1-9810-8633BAEEB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F3E0E1E-7A45-2271-2CC4-2ED5E0E95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E975E2-BA5E-3C8B-280A-60695A753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AAB9-CD00-4AA8-BE37-1BA21AB04145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D2B259-1957-9895-D1A2-1454972FD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9790D92-4E8F-7EA6-39C1-703AAC36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F3EC-B503-4AF1-AF01-FAF9845E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94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125BDBD-F174-A1FC-CDDA-4E27AEA94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472B5A4-60D5-A072-3CB0-8DE7682AE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119052-FF7F-84F6-FD26-0C8648730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AAB9-CD00-4AA8-BE37-1BA21AB04145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5178A3-08D7-4CF8-E0BE-F07BBDD3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15BCB3-5E7B-E104-FDB3-E01E330F6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F3EC-B503-4AF1-AF01-FAF9845E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820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A38D50D-58AA-2418-2C9A-0490362FB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AA07259-8FBC-8B0E-5ACC-BAE0A833E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6C24FE2-0F8E-71CA-76C4-2F56B279D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1AAB9-CD00-4AA8-BE37-1BA21AB04145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14DD8B-3ADB-8058-AE8F-3C761C8A8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D81AAB-B81E-8B17-A8B2-12C0C6579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FF3EC-B503-4AF1-AF01-FAF9845E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209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B9571D9-0CCE-FB56-D0DB-AC19392C2AEF}"/>
              </a:ext>
            </a:extLst>
          </p:cNvPr>
          <p:cNvSpPr>
            <a:spLocks/>
          </p:cNvSpPr>
          <p:nvPr/>
        </p:nvSpPr>
        <p:spPr>
          <a:xfrm>
            <a:off x="1595074" y="1081546"/>
            <a:ext cx="1008000" cy="900000"/>
          </a:xfrm>
          <a:prstGeom prst="rect">
            <a:avLst/>
          </a:prstGeom>
          <a:solidFill>
            <a:srgbClr val="D5B58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rgbClr val="3E3328"/>
                </a:solidFill>
              </a:rPr>
              <a:t>ID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749C067-2F4B-1513-580A-A5CECE214687}"/>
              </a:ext>
            </a:extLst>
          </p:cNvPr>
          <p:cNvSpPr>
            <a:spLocks/>
          </p:cNvSpPr>
          <p:nvPr/>
        </p:nvSpPr>
        <p:spPr>
          <a:xfrm>
            <a:off x="2594402" y="1089092"/>
            <a:ext cx="1008000" cy="900000"/>
          </a:xfrm>
          <a:prstGeom prst="rect">
            <a:avLst/>
          </a:prstGeom>
          <a:solidFill>
            <a:srgbClr val="D5B58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3E3328"/>
                </a:solidFill>
              </a:rPr>
              <a:t>X </a:t>
            </a:r>
            <a:r>
              <a:rPr lang="it-IT" sz="2000" b="1" dirty="0" err="1">
                <a:solidFill>
                  <a:srgbClr val="3E3328"/>
                </a:solidFill>
              </a:rPr>
              <a:t>axis</a:t>
            </a:r>
            <a:endParaRPr lang="it-IT" sz="2000" b="1" dirty="0">
              <a:solidFill>
                <a:srgbClr val="3E3328"/>
              </a:solidFill>
            </a:endParaRPr>
          </a:p>
          <a:p>
            <a:pPr algn="ctr"/>
            <a:r>
              <a:rPr lang="it-IT" sz="2000" b="1" dirty="0">
                <a:solidFill>
                  <a:srgbClr val="3E3328"/>
                </a:solidFill>
              </a:rPr>
              <a:t>LSB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C98B1F2-2489-05C1-D69E-CA28BDBA5EFC}"/>
              </a:ext>
            </a:extLst>
          </p:cNvPr>
          <p:cNvSpPr>
            <a:spLocks/>
          </p:cNvSpPr>
          <p:nvPr/>
        </p:nvSpPr>
        <p:spPr>
          <a:xfrm>
            <a:off x="3602245" y="1081546"/>
            <a:ext cx="1008000" cy="900000"/>
          </a:xfrm>
          <a:prstGeom prst="rect">
            <a:avLst/>
          </a:prstGeom>
          <a:solidFill>
            <a:srgbClr val="D5B58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3E3328"/>
                </a:solidFill>
              </a:rPr>
              <a:t>X</a:t>
            </a:r>
            <a:r>
              <a:rPr lang="it-IT" sz="2000" b="1" dirty="0"/>
              <a:t> </a:t>
            </a:r>
            <a:r>
              <a:rPr lang="it-IT" sz="2000" b="1" dirty="0" err="1">
                <a:solidFill>
                  <a:srgbClr val="3E3328"/>
                </a:solidFill>
              </a:rPr>
              <a:t>axis</a:t>
            </a:r>
            <a:endParaRPr lang="it-IT" sz="2000" b="1" dirty="0">
              <a:solidFill>
                <a:srgbClr val="3E3328"/>
              </a:solidFill>
            </a:endParaRPr>
          </a:p>
          <a:p>
            <a:pPr algn="ctr"/>
            <a:r>
              <a:rPr lang="it-IT" sz="2000" b="1" dirty="0">
                <a:solidFill>
                  <a:srgbClr val="3E3328"/>
                </a:solidFill>
              </a:rPr>
              <a:t>MSB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E040DD0-4B2E-C5C7-D6CF-654B57DCFB9F}"/>
              </a:ext>
            </a:extLst>
          </p:cNvPr>
          <p:cNvSpPr>
            <a:spLocks/>
          </p:cNvSpPr>
          <p:nvPr/>
        </p:nvSpPr>
        <p:spPr>
          <a:xfrm>
            <a:off x="4610245" y="1081546"/>
            <a:ext cx="1008000" cy="900000"/>
          </a:xfrm>
          <a:prstGeom prst="rect">
            <a:avLst/>
          </a:prstGeom>
          <a:solidFill>
            <a:srgbClr val="D5B58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3E3328"/>
                </a:solidFill>
              </a:rPr>
              <a:t>Y </a:t>
            </a:r>
            <a:r>
              <a:rPr lang="it-IT" sz="2000" b="1" dirty="0" err="1">
                <a:solidFill>
                  <a:srgbClr val="3E3328"/>
                </a:solidFill>
              </a:rPr>
              <a:t>axis</a:t>
            </a:r>
            <a:endParaRPr lang="it-IT" sz="2000" b="1" dirty="0">
              <a:solidFill>
                <a:srgbClr val="3E3328"/>
              </a:solidFill>
            </a:endParaRPr>
          </a:p>
          <a:p>
            <a:pPr algn="ctr"/>
            <a:r>
              <a:rPr lang="it-IT" sz="2000" b="1" dirty="0">
                <a:solidFill>
                  <a:srgbClr val="3E3328"/>
                </a:solidFill>
              </a:rPr>
              <a:t>LSB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CF28994-A8E2-CE29-143A-48CDD7882B15}"/>
              </a:ext>
            </a:extLst>
          </p:cNvPr>
          <p:cNvSpPr>
            <a:spLocks/>
          </p:cNvSpPr>
          <p:nvPr/>
        </p:nvSpPr>
        <p:spPr>
          <a:xfrm>
            <a:off x="5609573" y="1081546"/>
            <a:ext cx="1008000" cy="900000"/>
          </a:xfrm>
          <a:prstGeom prst="rect">
            <a:avLst/>
          </a:prstGeom>
          <a:solidFill>
            <a:srgbClr val="D5B58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3E3328"/>
                </a:solidFill>
              </a:rPr>
              <a:t>Y </a:t>
            </a:r>
            <a:r>
              <a:rPr lang="it-IT" sz="2000" b="1" dirty="0" err="1">
                <a:solidFill>
                  <a:srgbClr val="3E3328"/>
                </a:solidFill>
              </a:rPr>
              <a:t>axis</a:t>
            </a:r>
            <a:endParaRPr lang="it-IT" sz="2000" b="1" dirty="0">
              <a:solidFill>
                <a:srgbClr val="3E3328"/>
              </a:solidFill>
            </a:endParaRPr>
          </a:p>
          <a:p>
            <a:pPr algn="ctr"/>
            <a:r>
              <a:rPr lang="it-IT" sz="2000" b="1" dirty="0">
                <a:solidFill>
                  <a:srgbClr val="3E3328"/>
                </a:solidFill>
              </a:rPr>
              <a:t>MSB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964727D-4F40-77FF-4190-CE9172D0FC69}"/>
              </a:ext>
            </a:extLst>
          </p:cNvPr>
          <p:cNvSpPr>
            <a:spLocks/>
          </p:cNvSpPr>
          <p:nvPr/>
        </p:nvSpPr>
        <p:spPr>
          <a:xfrm>
            <a:off x="6617573" y="1081546"/>
            <a:ext cx="1008000" cy="900000"/>
          </a:xfrm>
          <a:prstGeom prst="rect">
            <a:avLst/>
          </a:prstGeom>
          <a:solidFill>
            <a:srgbClr val="D5B58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3E3328"/>
                </a:solidFill>
              </a:rPr>
              <a:t>Z </a:t>
            </a:r>
            <a:r>
              <a:rPr lang="it-IT" sz="2000" b="1" dirty="0" err="1">
                <a:solidFill>
                  <a:srgbClr val="3E3328"/>
                </a:solidFill>
              </a:rPr>
              <a:t>axis</a:t>
            </a:r>
            <a:endParaRPr lang="it-IT" sz="2000" b="1" dirty="0">
              <a:solidFill>
                <a:srgbClr val="3E3328"/>
              </a:solidFill>
            </a:endParaRPr>
          </a:p>
          <a:p>
            <a:pPr algn="ctr"/>
            <a:r>
              <a:rPr lang="it-IT" sz="2000" b="1" dirty="0">
                <a:solidFill>
                  <a:srgbClr val="3E3328"/>
                </a:solidFill>
              </a:rPr>
              <a:t>LSB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4F548D7-C71D-0489-B36D-A553FC126A46}"/>
              </a:ext>
            </a:extLst>
          </p:cNvPr>
          <p:cNvSpPr>
            <a:spLocks/>
          </p:cNvSpPr>
          <p:nvPr/>
        </p:nvSpPr>
        <p:spPr>
          <a:xfrm>
            <a:off x="7625573" y="1081546"/>
            <a:ext cx="1008000" cy="900000"/>
          </a:xfrm>
          <a:prstGeom prst="rect">
            <a:avLst/>
          </a:prstGeom>
          <a:solidFill>
            <a:srgbClr val="D5B58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3E3328"/>
                </a:solidFill>
              </a:rPr>
              <a:t>Z </a:t>
            </a:r>
            <a:r>
              <a:rPr lang="it-IT" sz="2000" b="1" dirty="0" err="1">
                <a:solidFill>
                  <a:srgbClr val="3E3328"/>
                </a:solidFill>
              </a:rPr>
              <a:t>axis</a:t>
            </a:r>
            <a:endParaRPr lang="it-IT" sz="2000" b="1" dirty="0">
              <a:solidFill>
                <a:srgbClr val="3E3328"/>
              </a:solidFill>
            </a:endParaRPr>
          </a:p>
          <a:p>
            <a:pPr algn="ctr"/>
            <a:r>
              <a:rPr lang="it-IT" sz="2000" b="1" dirty="0">
                <a:solidFill>
                  <a:srgbClr val="3E3328"/>
                </a:solidFill>
              </a:rPr>
              <a:t>MSB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6A34761-2F3C-DC79-E538-FD02F8121EA1}"/>
              </a:ext>
            </a:extLst>
          </p:cNvPr>
          <p:cNvSpPr>
            <a:spLocks/>
          </p:cNvSpPr>
          <p:nvPr/>
        </p:nvSpPr>
        <p:spPr>
          <a:xfrm>
            <a:off x="8633573" y="1081546"/>
            <a:ext cx="1008000" cy="900000"/>
          </a:xfrm>
          <a:prstGeom prst="rect">
            <a:avLst/>
          </a:prstGeom>
          <a:solidFill>
            <a:srgbClr val="D5B58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3E3328"/>
                </a:solidFill>
              </a:rPr>
              <a:t>….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C9CFB75-B85E-8CA8-08CF-2FBFCFA4E98A}"/>
              </a:ext>
            </a:extLst>
          </p:cNvPr>
          <p:cNvSpPr>
            <a:spLocks/>
          </p:cNvSpPr>
          <p:nvPr/>
        </p:nvSpPr>
        <p:spPr>
          <a:xfrm>
            <a:off x="9641573" y="1081546"/>
            <a:ext cx="1008000" cy="900000"/>
          </a:xfrm>
          <a:prstGeom prst="rect">
            <a:avLst/>
          </a:prstGeom>
          <a:solidFill>
            <a:srgbClr val="D5B58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3E3328"/>
                </a:solidFill>
              </a:rPr>
              <a:t>….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6953178-2428-4EE3-ED78-CC3A95C50195}"/>
              </a:ext>
            </a:extLst>
          </p:cNvPr>
          <p:cNvSpPr>
            <a:spLocks/>
          </p:cNvSpPr>
          <p:nvPr/>
        </p:nvSpPr>
        <p:spPr>
          <a:xfrm>
            <a:off x="10649573" y="1081546"/>
            <a:ext cx="1008000" cy="900000"/>
          </a:xfrm>
          <a:prstGeom prst="rect">
            <a:avLst/>
          </a:prstGeom>
          <a:solidFill>
            <a:srgbClr val="D5B58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rgbClr val="3E3328"/>
                </a:solidFill>
              </a:rPr>
              <a:t>}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E2D8F75-83DF-652A-4D35-72F2E0393203}"/>
              </a:ext>
            </a:extLst>
          </p:cNvPr>
          <p:cNvSpPr>
            <a:spLocks/>
          </p:cNvSpPr>
          <p:nvPr/>
        </p:nvSpPr>
        <p:spPr>
          <a:xfrm>
            <a:off x="587074" y="1081546"/>
            <a:ext cx="1008000" cy="900000"/>
          </a:xfrm>
          <a:prstGeom prst="rect">
            <a:avLst/>
          </a:prstGeom>
          <a:solidFill>
            <a:srgbClr val="D5B585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rgbClr val="3E3328"/>
                </a:solidFill>
              </a:rPr>
              <a:t>{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99DAFC2-9465-18A5-4FCB-61C1E28BF6DA}"/>
              </a:ext>
            </a:extLst>
          </p:cNvPr>
          <p:cNvSpPr txBox="1"/>
          <p:nvPr/>
        </p:nvSpPr>
        <p:spPr>
          <a:xfrm>
            <a:off x="524288" y="2605543"/>
            <a:ext cx="1133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3E3328"/>
                </a:solidFill>
              </a:rPr>
              <a:t>Start </a:t>
            </a:r>
            <a:br>
              <a:rPr lang="it-IT" b="1" dirty="0">
                <a:solidFill>
                  <a:srgbClr val="3E3328"/>
                </a:solidFill>
              </a:rPr>
            </a:br>
            <a:r>
              <a:rPr lang="it-IT" b="1" dirty="0">
                <a:solidFill>
                  <a:srgbClr val="3E3328"/>
                </a:solidFill>
              </a:rPr>
              <a:t>Marker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6B8E6E69-E6D9-97AB-64F9-DE79877B2E96}"/>
              </a:ext>
            </a:extLst>
          </p:cNvPr>
          <p:cNvCxnSpPr>
            <a:cxnSpLocks/>
          </p:cNvCxnSpPr>
          <p:nvPr/>
        </p:nvCxnSpPr>
        <p:spPr>
          <a:xfrm>
            <a:off x="1091074" y="2030706"/>
            <a:ext cx="0" cy="535509"/>
          </a:xfrm>
          <a:prstGeom prst="straightConnector1">
            <a:avLst/>
          </a:prstGeom>
          <a:ln w="38100">
            <a:solidFill>
              <a:srgbClr val="3E33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7B836D85-0F38-E621-736A-30E5D893AB86}"/>
              </a:ext>
            </a:extLst>
          </p:cNvPr>
          <p:cNvCxnSpPr>
            <a:cxnSpLocks/>
          </p:cNvCxnSpPr>
          <p:nvPr/>
        </p:nvCxnSpPr>
        <p:spPr>
          <a:xfrm>
            <a:off x="2118319" y="2030706"/>
            <a:ext cx="0" cy="535509"/>
          </a:xfrm>
          <a:prstGeom prst="straightConnector1">
            <a:avLst/>
          </a:prstGeom>
          <a:ln w="38100">
            <a:solidFill>
              <a:srgbClr val="3E33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764B455-0F75-1417-0874-2CD9585C52D3}"/>
              </a:ext>
            </a:extLst>
          </p:cNvPr>
          <p:cNvSpPr txBox="1"/>
          <p:nvPr/>
        </p:nvSpPr>
        <p:spPr>
          <a:xfrm>
            <a:off x="1517571" y="2605542"/>
            <a:ext cx="1201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3E3328"/>
                </a:solidFill>
              </a:rPr>
              <a:t>Sensor</a:t>
            </a:r>
            <a:br>
              <a:rPr lang="it-IT" b="1" dirty="0">
                <a:solidFill>
                  <a:srgbClr val="3E3328"/>
                </a:solidFill>
              </a:rPr>
            </a:br>
            <a:r>
              <a:rPr lang="it-IT" b="1" dirty="0" err="1">
                <a:solidFill>
                  <a:srgbClr val="3E3328"/>
                </a:solidFill>
              </a:rPr>
              <a:t>Identifier</a:t>
            </a:r>
            <a:endParaRPr lang="it-IT" b="1" dirty="0">
              <a:solidFill>
                <a:srgbClr val="3E3328"/>
              </a:solidFill>
            </a:endParaRPr>
          </a:p>
        </p:txBody>
      </p:sp>
      <p:sp>
        <p:nvSpPr>
          <p:cNvPr id="21" name="Parentesi graffa aperta 20">
            <a:extLst>
              <a:ext uri="{FF2B5EF4-FFF2-40B4-BE49-F238E27FC236}">
                <a16:creationId xmlns:a16="http://schemas.microsoft.com/office/drawing/2014/main" id="{A261FB62-F34C-0D9C-DB83-C2B7B3BBAA8A}"/>
              </a:ext>
            </a:extLst>
          </p:cNvPr>
          <p:cNvSpPr/>
          <p:nvPr/>
        </p:nvSpPr>
        <p:spPr>
          <a:xfrm rot="16200000">
            <a:off x="6415519" y="-1163848"/>
            <a:ext cx="412946" cy="7047179"/>
          </a:xfrm>
          <a:prstGeom prst="leftBrace">
            <a:avLst>
              <a:gd name="adj1" fmla="val 51434"/>
              <a:gd name="adj2" fmla="val 49113"/>
            </a:avLst>
          </a:prstGeom>
          <a:ln w="38100">
            <a:solidFill>
              <a:srgbClr val="3E33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CC8D74D5-480B-1C33-CFAE-E4EE3E570228}"/>
              </a:ext>
            </a:extLst>
          </p:cNvPr>
          <p:cNvSpPr txBox="1"/>
          <p:nvPr/>
        </p:nvSpPr>
        <p:spPr>
          <a:xfrm>
            <a:off x="5609573" y="2605542"/>
            <a:ext cx="1955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3E3328"/>
                </a:solidFill>
              </a:rPr>
              <a:t>Sensor Payload</a:t>
            </a:r>
            <a:br>
              <a:rPr lang="it-IT" b="1" dirty="0">
                <a:solidFill>
                  <a:srgbClr val="3E3328"/>
                </a:solidFill>
              </a:rPr>
            </a:br>
            <a:r>
              <a:rPr lang="it-IT" b="1" dirty="0">
                <a:solidFill>
                  <a:srgbClr val="3E3328"/>
                </a:solidFill>
              </a:rPr>
              <a:t>17 bytes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59AC2BC5-AF2A-21D4-1390-74B7BB5E03E7}"/>
              </a:ext>
            </a:extLst>
          </p:cNvPr>
          <p:cNvCxnSpPr>
            <a:cxnSpLocks/>
          </p:cNvCxnSpPr>
          <p:nvPr/>
        </p:nvCxnSpPr>
        <p:spPr>
          <a:xfrm>
            <a:off x="11187679" y="2091986"/>
            <a:ext cx="0" cy="535509"/>
          </a:xfrm>
          <a:prstGeom prst="straightConnector1">
            <a:avLst/>
          </a:prstGeom>
          <a:ln w="38100">
            <a:solidFill>
              <a:srgbClr val="3E33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156F5ED-F1D2-4551-4A7D-9BE3128EC86F}"/>
              </a:ext>
            </a:extLst>
          </p:cNvPr>
          <p:cNvSpPr txBox="1"/>
          <p:nvPr/>
        </p:nvSpPr>
        <p:spPr>
          <a:xfrm>
            <a:off x="10620893" y="2627495"/>
            <a:ext cx="1133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3E3328"/>
                </a:solidFill>
              </a:rPr>
              <a:t>End </a:t>
            </a:r>
            <a:br>
              <a:rPr lang="it-IT" b="1" dirty="0">
                <a:solidFill>
                  <a:srgbClr val="3E3328"/>
                </a:solidFill>
              </a:rPr>
            </a:br>
            <a:r>
              <a:rPr lang="it-IT" b="1" dirty="0">
                <a:solidFill>
                  <a:srgbClr val="3E3328"/>
                </a:solidFill>
              </a:rPr>
              <a:t>Marker</a:t>
            </a:r>
          </a:p>
        </p:txBody>
      </p:sp>
    </p:spTree>
    <p:extLst>
      <p:ext uri="{BB962C8B-B14F-4D97-AF65-F5344CB8AC3E}">
        <p14:creationId xmlns:p14="http://schemas.microsoft.com/office/powerpoint/2010/main" val="35046222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37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Pasquale Ludovico Ignarra</dc:creator>
  <cp:lastModifiedBy>Pasquale Ludovico Ignarra</cp:lastModifiedBy>
  <cp:revision>2</cp:revision>
  <dcterms:created xsi:type="dcterms:W3CDTF">2026-06-15T08:46:57Z</dcterms:created>
  <dcterms:modified xsi:type="dcterms:W3CDTF">2026-06-15T08:59:37Z</dcterms:modified>
</cp:coreProperties>
</file>